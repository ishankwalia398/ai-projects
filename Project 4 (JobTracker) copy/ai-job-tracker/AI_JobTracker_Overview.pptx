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JobTracker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Premium Job Application Monitoring &amp; Pipeline Intelligence Suite</a:t>
            </a:r>
          </a:p>
          <a:p>
            <a:r>
              <a:t>An Overview of Features and 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 JobTracker?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JobTracker is a modern, high-contrast, polished interface designed to help you track your job applications efficiently.</a:t>
            </a:r>
          </a:p>
          <a:p>
            <a:r>
              <a:t>Automated state management and high-fidelity 'Seed' system data.</a:t>
            </a:r>
          </a:p>
          <a:p>
            <a:r>
              <a:t>Integrated AI Command Coach for technical strengths and executive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High-Contrast KPIs: Active Apps, Response Rates, Interview Rates, and Velocity response latencies.</a:t>
            </a:r>
          </a:p>
          <a:p>
            <a:r>
              <a:t>Horizontal Sizing Distribution: Custom color bar indicators for active columns.</a:t>
            </a:r>
          </a:p>
          <a:p>
            <a:r>
              <a:t>AI Command Coach Console: Analyzes active application densities and provides personalized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Kanban Board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Fluid Drag-and-Drop Swimlanes: Interactive drop-zones mapping priorities from Wishlist to Offer/Rejected.</a:t>
            </a:r>
          </a:p>
          <a:p>
            <a:r>
              <a:t>Dynamic Avatars: Programmatically matched colorful initials for company names.</a:t>
            </a:r>
          </a:p>
          <a:p>
            <a:r>
              <a:t>Granular Priority Tags: Custom colors for Urgent, High, Medium, and Low priorities.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&amp; Calendar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 View:</a:t>
            </a:r>
          </a:p>
          <a:p>
            <a:pPr lvl="1"/>
            <a:r>
              <a:t>Granular search inputs, status queries, and multi-sortable tabular indexes.</a:t>
            </a:r>
          </a:p>
          <a:p>
            <a:r>
              <a:t>Calendar View:</a:t>
            </a:r>
          </a:p>
          <a:p>
            <a:pPr lvl="1"/>
            <a:r>
              <a:t>42-cell automated month grid synchronizing technical/outreach loops.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&amp; Settings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Analytics View:</a:t>
            </a:r>
          </a:p>
          <a:p>
            <a:pPr lvl="1"/>
            <a:r>
              <a:t>Metric visualizers highlighting yield percentages and company counts.</a:t>
            </a:r>
          </a:p>
          <a:p>
            <a:r>
              <a:t>Settings View:</a:t>
            </a:r>
          </a:p>
          <a:p>
            <a:pPr lvl="1"/>
            <a:r>
              <a:t>Custom limits, target monthly volume metrics, and profile overrides.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Detail Modal (Copilot)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ATS Match Score Tool: Compares job description strings with your resume text.</a:t>
            </a:r>
          </a:p>
          <a:p>
            <a:r>
              <a:t>Outreach &amp; Letter Copywriter: Writes customized cold LinkedIn templates or formalized cover letters.</a:t>
            </a:r>
          </a:p>
          <a:p>
            <a:r>
              <a:t>Timeline Logs: Keeps a chronological record of modifications synced with your edits.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